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5ddcc4b99b74c87" /><Relationship Type="http://schemas.openxmlformats.org/officeDocument/2006/relationships/extended-properties" Target="/docProps/app.xml" Id="R0c91ce82daba4717" /><Relationship Type="http://schemas.openxmlformats.org/officeDocument/2006/relationships/officeDocument" Target="/ppt/presentation.xml" Id="R96bc269a589a49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973bdbca284e2c"/>
  </p:sldMasterIdLst>
  <p:notesMasterIdLst>
    <p:notesMasterId xmlns:r="http://schemas.openxmlformats.org/officeDocument/2006/relationships" r:id="Rfeb0273af2ba4b7b"/>
  </p:notesMasterIdLst>
  <p:sldIdLst>
    <p:sldId xmlns:r="http://schemas.openxmlformats.org/officeDocument/2006/relationships" id="256" r:id="Rec066b36ac4340de"/>
    <p:sldId xmlns:r="http://schemas.openxmlformats.org/officeDocument/2006/relationships" id="257" r:id="Rb7ac64f081fe407d"/>
    <p:sldId xmlns:r="http://schemas.openxmlformats.org/officeDocument/2006/relationships" id="258" r:id="R8024204388c540d1"/>
    <p:sldId xmlns:r="http://schemas.openxmlformats.org/officeDocument/2006/relationships" id="259" r:id="R6d2ff5ced70e4619"/>
    <p:sldId xmlns:r="http://schemas.openxmlformats.org/officeDocument/2006/relationships" id="260" r:id="R0b0f0e8761134ec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57187ce3e64c09" /><Relationship Type="http://schemas.openxmlformats.org/officeDocument/2006/relationships/slideMaster" Target="/ppt/slideMasters/slideMaster1.xml" Id="R26973bdbca284e2c" /><Relationship Type="http://schemas.openxmlformats.org/officeDocument/2006/relationships/notesMaster" Target="/ppt/notesMasters/notesMaster1.xml" Id="Rfeb0273af2ba4b7b" /><Relationship Type="http://schemas.openxmlformats.org/officeDocument/2006/relationships/presProps" Target="/ppt/presProps.xml" Id="Rd677313eb3a54935" /><Relationship Type="http://schemas.openxmlformats.org/officeDocument/2006/relationships/viewProps" Target="/ppt/viewProps.xml" Id="Ra1b18689194a4f73" /><Relationship Type="http://schemas.openxmlformats.org/officeDocument/2006/relationships/tableStyles" Target="/ppt/tableStyles.xml" Id="R799baf034947406a" /><Relationship Type="http://schemas.openxmlformats.org/officeDocument/2006/relationships/slide" Target="/ppt/slides/slide1.xml" Id="Rec066b36ac4340de" /><Relationship Type="http://schemas.openxmlformats.org/officeDocument/2006/relationships/slide" Target="/ppt/slides/slide2.xml" Id="Rb7ac64f081fe407d" /><Relationship Type="http://schemas.openxmlformats.org/officeDocument/2006/relationships/slide" Target="/ppt/slides/slide3.xml" Id="R8024204388c540d1" /><Relationship Type="http://schemas.openxmlformats.org/officeDocument/2006/relationships/slide" Target="/ppt/slides/slide4.xml" Id="R6d2ff5ced70e4619" /><Relationship Type="http://schemas.openxmlformats.org/officeDocument/2006/relationships/slide" Target="/ppt/slides/slide5.xml" Id="R0b0f0e8761134ec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b84846070a4a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7d0117f8eb474d" /><Relationship Type="http://schemas.openxmlformats.org/officeDocument/2006/relationships/notesMaster" Target="/ppt/notesMasters/notesMaster1.xml" Id="Rc81c2a3727df45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5fe297e3d14f6e" /><Relationship Type="http://schemas.openxmlformats.org/officeDocument/2006/relationships/notesMaster" Target="/ppt/notesMasters/notesMaster1.xml" Id="Rd59c6762302840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2527b7b0af41e7" /><Relationship Type="http://schemas.openxmlformats.org/officeDocument/2006/relationships/notesMaster" Target="/ppt/notesMasters/notesMaster1.xml" Id="Rb6881c75358d45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594427dace4503" /><Relationship Type="http://schemas.openxmlformats.org/officeDocument/2006/relationships/notesMaster" Target="/ppt/notesMasters/notesMaster1.xml" Id="R7f3e99866a8b40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c3825a70674f48" /><Relationship Type="http://schemas.openxmlformats.org/officeDocument/2006/relationships/notesMaster" Target="/ppt/notesMasters/notesMaster1.xml" Id="Ra21d553ddd56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c12d7004143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f40a3aa9554d91" /><Relationship Type="http://schemas.openxmlformats.org/officeDocument/2006/relationships/slideLayout" Target="/ppt/slideLayouts/slideLayout1.xml" Id="R9ad42ac8054844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d42ac8054844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f40ce7292417d" /><Relationship Type="http://schemas.openxmlformats.org/officeDocument/2006/relationships/notesSlide" Target="/ppt/notesSlides/notesSlide1.xml" Id="R7a128cabd7dc47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5f9780d46452b" /><Relationship Type="http://schemas.openxmlformats.org/officeDocument/2006/relationships/notesSlide" Target="/ppt/notesSlides/notesSlide2.xml" Id="R0ae30302828f47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644b0872c42ee" /><Relationship Type="http://schemas.openxmlformats.org/officeDocument/2006/relationships/notesSlide" Target="/ppt/notesSlides/notesSlide3.xml" Id="R42e6841bf11047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7f30eb9d5e45a5" /><Relationship Type="http://schemas.openxmlformats.org/officeDocument/2006/relationships/notesSlide" Target="/ppt/notesSlides/notesSlide4.xml" Id="Rf5071c709e5c42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c74f89c95e4179" /><Relationship Type="http://schemas.openxmlformats.org/officeDocument/2006/relationships/notesSlide" Target="/ppt/notesSlides/notesSlide5.xml" Id="R7ecb895572fd4c8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C2D3D7-B6ED-42BE-B933-8EB362B9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7E277-DBB1-4055-ABE2-D3489A78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031C0-CE79-49BD-8161-C704F694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개인정보 처리 및 Gateway 검증 테스트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5E4EFC-7825-447F-ADF8-BEFB7DDE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7160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MASK / BLOCK / OFF 정책과 APISIX / Envoy / LiteLLM 검증 케이스 결과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1AA2D-1335-41C4-BB58-55CD03950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723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AD3BE-0F13-4D36-A46F-49178A70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테스트 실행 환경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245DE-E5A3-48ED-9E89-65F27DC1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590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UI/API: app-cs-service :18081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Mock LLM: app-mock-llm :18082</a:t>
            </a:r>
          </a:p>
          <a:p xmlns:a="http://schemas.openxmlformats.org/drawingml/2006/main">
            <a:pPr algn="l">
              <a:defRPr sz="14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Gateway: APISIX :19080 / Envoy :19081 / LiteLLM :14000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44B03-B935-4E00-9169-A6BC7DA8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실행 시각: 2026-06-09 14:53 KST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92DA5-2739-41A3-AB65-1E5276AF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9A125-7E7A-4A6D-ABE9-3EB6FB1A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요약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71FAF0-3B65-486D-8C3C-BFD47D0B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861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9BA55-31DC-41B8-B316-3DC0260E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432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Privacy 3 cases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B893C6-D079-4CA7-8F81-5F733A45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86150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E512D5-7382-4F2A-9802-DCEA623D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43300"/>
            <a:ext cx="1276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18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B0B72-260A-445F-8BC2-22C3260B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8D2112-2764-4B5A-B8D0-4B6FA45D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1181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Connected 3/3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1677E6-E2EA-40A3-9548-A1126CB76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10200"/>
            <a:ext cx="904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결론: 개인정보 차단은 service 전단에서 공통 적용되고, Gateway별 정책 차이는 인증/라우팅/rate-limit 케이스에서 확인됩니다.</a:t>
            </a:r>
          </a:p>
        </p:txBody>
      </p:sp>
    </p:spTree>
    <p:extLst>
      <p:ext uri="{BB962C8B-B14F-4D97-AF65-F5344CB8AC3E}">
        <p14:creationId xmlns:p14="http://schemas.microsoft.com/office/powerpoint/2010/main" val="8385378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2AD2FA-2DCA-4EBA-A2E1-D96C715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8E71B-E272-4E29-B692-E17F19D1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91500-0FF3-401F-878A-D6D74DBF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개인정보 처리 정책별 테스트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5F0F8-6746-4CB2-BABD-11B13BB4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1D71E-320C-4E55-8D5F-72AB5A89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8096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입력 예시: 고객 전화번호는 01012345678 이고 배송 지연 문의입니다.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9747CE-2501-437D-920B-FFFDB043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A0AF86-24DC-4E89-A1B3-2BF97429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47825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정책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3897B9-FE4C-45D5-B076-6C517323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58115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3DA85-CDCE-479C-BDF2-F4023BC2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47825"/>
            <a:ext cx="20859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Privacy Guard 결정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320A7-1CE5-451B-BDFC-AAB354DCC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581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3703B-12A6-433D-867E-D33C95A9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6478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Gateway 도달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51A60-EA3A-41C4-B452-B2E8F032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581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D38DF-E9BF-48A8-976D-DCBB22EE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16478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LLM 도달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B668ED-8512-4A19-B5C8-2EB9F326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5811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1EDEDD-04AF-498F-BF25-EDD4393A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6478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최종 결과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A73A1A-FEFA-4CFA-977D-FC078B60A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5811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DEAC6-DE03-499D-B872-97304623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64782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LLM 전달 내용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64607F-F518-4E48-A90F-621F94B4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89655F-D94B-4038-9F9C-C21B3953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38375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EA23C-68D3-40E9-A925-8DDF83C2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17170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3C149-16BD-4384-A08A-B7838AF3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238375"/>
            <a:ext cx="20859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PHONE_NUMBER_MASKED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F529D-A1D0-4B38-A442-54A56831B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171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8B62F5-7C6E-42B0-A1F6-19D53351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23837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A8A6B7-AA6A-4854-9114-FD3A62D9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171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0E63FF-7CBD-4BAC-8058-42F77032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23837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C87E8-C7C6-460D-A60E-AE15A4BD9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1717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6340F-FD1D-499C-A2B6-D28675E4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23837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생성됨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A804FB-83F3-4CD5-83B6-D8829CF6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1717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CDE450-A6CE-41D5-8C50-176307C6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238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010-****-5678 로 치환 후 전달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A686D-7305-415A-832F-C0D45126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622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9BCC6-CC67-4806-A616-03B1FCBD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28925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BLOCK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B2E501-FF66-42AE-A7E6-EEA162C24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6225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5FD0E0-69B4-4F90-BA91-C0F8FB25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28925"/>
            <a:ext cx="20859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PHONE_NUMBER_BLOCKED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9F7019-A932-4ECA-B8AD-8B76317A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7622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73A471-6FE8-41FC-A75A-A241C191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8289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7A78DB-8375-482B-B730-DB60D2C4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7622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BAF6FDD-AE1D-4DE3-91E0-C8B8F86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8289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false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219ED0-5B76-44AA-834B-F63CA385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76225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C0D2B0-FE14-4D02-84A7-75AA3234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82892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없음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AFCF51-819A-4371-857A-B87308FD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6225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285A84-AC2E-4D20-804D-89C9175E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282892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Gateway 호출 전 차단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2CB390-0040-47A9-89C3-0507CAEA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528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D86713-488D-4886-AB2F-AA5D74694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990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OFF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6BF97D-D820-4079-BC25-4089D0FC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352800"/>
            <a:ext cx="2238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768A3F9-6C04-45B2-8E01-19AA0A7E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419475"/>
            <a:ext cx="20859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DETECTED_BUT_ALLOWED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6EA07B-4811-424F-BF80-674659CC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3528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364CCA-31FC-483B-ADD0-1B1E5007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41947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067718-E429-4D9F-AC3A-0F32D1CF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3528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013049-3167-41C3-9E4A-5159469E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41947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true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634A7C-AB59-4AD6-BBB6-289B9D673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52800"/>
            <a:ext cx="1428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CD9CDC-B1C4-4091-976B-3A09A4B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419475"/>
            <a:ext cx="1276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생성됨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57633C-8326-455A-8535-D4466844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352800"/>
            <a:ext cx="285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063F519-4212-49DA-87FB-5830FC8D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194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01012345678 원문 전달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35A095-855E-4449-BE04-0EDBCB4C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24350"/>
            <a:ext cx="9620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8137574-D24F-4D86-A51D-190ACE07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검증 의미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0C8908-9285-4AC9-99BF-2B48CAC0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95800"/>
            <a:ext cx="714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개인정보 제약은 Gateway 종류와 무관하게 app-cs-service 전단에서 먼저 실행됩니다. 따라서 BLOCK 정책은 APISIX/Envoy/LiteLLM 어느 쪽도 호출하지 않고, MASK 정책은 치환된 텍스트만 Gateway로 전달합니다.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81357B-C20C-45C4-9544-3C655846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E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AB5A89-863F-447C-BEF0-52FB3F0A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2228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공통 정책 지점: service before gateway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16FDDB5-6702-48F1-816A-ECDBE82F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6388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C496070-CA75-40A8-A78A-9188483B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695950"/>
            <a:ext cx="1562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BLOCK = Gateway 미도달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D586584-331D-4CE1-B349-601FD490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63880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CCA6EF7-D92B-4498-92B4-2772B291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695950"/>
            <a:ext cx="1657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MASK = LLM 도달, 값 치환</a:t>
            </a:r>
          </a:p>
        </p:txBody>
      </p:sp>
    </p:spTree>
    <p:extLst>
      <p:ext uri="{BB962C8B-B14F-4D97-AF65-F5344CB8AC3E}">
        <p14:creationId xmlns:p14="http://schemas.microsoft.com/office/powerpoint/2010/main" val="15676256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782E0A-102D-4638-8B39-E66FEEB2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4A2221-CF1E-40B8-81CC-D7CABE83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17121-220E-4E70-99F3-795109D0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검증 케이스별 Gateway 테스트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83D69-4DF3-4674-8892-612BCBA2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99390-ACD9-4A8D-9297-D592F67D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동일 요청을 연결된 3개 Gateway에 batch compare로 전송했습니다. 표기: status / decision / LLM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D9E38-50AF-47C8-8151-9BD5969D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BA194C-1986-4200-95B3-88EC7CBA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9067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검증 케이스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0B0FC-E062-4DF2-8651-9EC47F09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5240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65C5C8-454A-4E96-A018-2132384E1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5906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1EADF-443E-44C6-8733-8E45D110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5240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D6BEFE-3A48-44BA-9E5D-2A04061C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5906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FA0C2-0339-462C-A8B9-7319203F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240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0151D-D970-49FB-BA63-AD253143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906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377C3-59CA-41E1-A28D-C9B4E8D2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D8FDC-272F-4AEE-AED3-125DFB87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1932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758439-7F2C-4651-A8EA-FC82AF94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526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ACA84A-0067-43D7-9FB4-9D372AAB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2193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~7 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B8903D-7335-4E6C-B958-C05800CC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1526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99238-2407-4AED-9B3B-3A63C1F8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193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~8 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14184-9621-4C6A-B00C-BF745E08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526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14980F-7968-4713-9C34-B5ECEEC2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193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~31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BBD6B2-6FFA-4B60-846B-1D3891D2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13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F8BB70-CF23-4C4E-8726-EBFA8CB2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4797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AUTH_BLOCK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DFDC3-B774-4E79-9056-621CC9FC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97BEA8-69F0-4B0B-979B-0CD8BD83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479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401 / BLOCKED_BY_KEY_AUTH / false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~3 ms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4699AD-0677-4D1F-AAF0-4A0D0EE6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813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206A65-7283-4E9A-8643-41584085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479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401 / BLOCKED_BY_KEY_AUTH / false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~3 ms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E54872-381E-4097-A72A-6A2BD201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813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7A944B-4BB3-49AA-B42C-BAAA5733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479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401 / BLOCKED_BY_KEY_AUTH / false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~10 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B9B86B-C5FE-48BE-A6AD-0CE93F29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9DDE19-8E4F-4A8D-AA19-0915A163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7662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RATE_LIMIT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90CDE6-2969-405E-B52D-92EBD8E2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4099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E47150-095C-42D1-ADAB-FA82F217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4766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429 / RATE_LIMITED / false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~14 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A66F42-E1DF-49A6-A7B5-4E79B069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099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FAECC8-3703-47C8-AE6E-5E4C4E9C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766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429 / RATE_LIMITED / false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~13 ms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3A8439-7FA6-4328-8730-28013FF0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099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4750E1-1B25-4F3C-AD0B-A158AE91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766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~21 ms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3F985F-8FEE-4DFF-9A6C-259F2E8DA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4EE4EB-7814-4FB5-A964-2C06301F7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0527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WRONG_ROUTE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EE522E-0303-449C-B391-831E6FF9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386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4E7017E-0238-4029-9B65-0528A777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052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404 / ROUTE_NOT_FOUND / false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~4 ms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D91251-F3BF-419E-841C-03B55ACBF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0386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665CC57-E4EE-476B-BA38-771FB0E8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052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404 / ROUTE_NOT_FOUND / false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~6 ms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53A5D9-C58A-4626-8684-8D4398FA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386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C499A7B-6402-4C79-9F20-F1247366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052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~10 ms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6EBADD-5114-4F61-9F71-477CB631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DD3D4B-BFBA-403D-95FB-2AC103644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3392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SERVER_HIDING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9030B1-DFD0-4E3E-ACAA-18B39AFA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6672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508570-A92D-4B6A-BAD6-DD5D35AD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7339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~7 ms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56A9826-6564-4EE6-84EF-6A75CD54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672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4A2722-01C3-47F3-9ACF-CDE1DC63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7339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~9 ms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298187C-4FE0-4689-BD03-06F2F148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6725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ADAB6F4-CD18-4536-8012-FFC2935A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3392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~12 ms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8FC91FF-48BC-4D2B-9D7C-C277696CF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959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2596D52-C2B3-4FEB-8132-21D9C747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62575"/>
            <a:ext cx="1562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OBSERVABILITY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46AB2B8-871E-40BB-B3D3-FB279A88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959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6FEE18-DD5C-4E30-9262-761948C0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625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~5 ms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53C1A1A-8E61-4564-B05C-89A74CA3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2959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39E977C-7A22-4FEC-A8DA-8BD458C0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3625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~4 ms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1D05148-1A11-4D7B-88A3-6CC8E748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95900"/>
            <a:ext cx="2952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045FD96-B514-46D4-9165-56F40235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62575"/>
            <a:ext cx="28003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200 / PASSED / true</a:t>
            </a:r>
          </a:p>
          <a:p xmlns:a="http://schemas.openxmlformats.org/drawingml/2006/main">
            <a:pPr algn="l">
              <a:defRPr sz="9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~11 ms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0053E37-EBDC-4082-BC0F-94EF2DBB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주의: 지연 시간은 로컬 단일 실행값이며 성능 벤치마크가 아니라 연결/정책 검증용 신호입니다.</a:t>
            </a:r>
          </a:p>
        </p:txBody>
      </p:sp>
    </p:spTree>
    <p:extLst>
      <p:ext uri="{BB962C8B-B14F-4D97-AF65-F5344CB8AC3E}">
        <p14:creationId xmlns:p14="http://schemas.microsoft.com/office/powerpoint/2010/main" val="6154080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B36099-CD7C-4E33-B7AF-3FE6F112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F7220-C784-4EA6-B2BA-68EDE44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7D1E0-60E3-46A8-9F5A-8572FD2C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테스트 결과 해석: Gateway별 차이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235939-6CD9-48C5-83F6-0D62183B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7E57C-0FA3-4A91-9960-A8EAFC6E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D028B0-B462-424C-86A4-634B8CE1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EF8BAC-6EBF-42A7-AFA0-DE773640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APISIX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9DC8D-7DB6-4EF0-A814-32CEE5E26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인증 차단, 잘못된 라우트, rate-limit 케이스가 모두 Gateway 정책으로 명확히 드러납니다.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A4F64-1782-4B25-8267-58BFA948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0E7C8-1C5E-49E2-A2D6-1B20A2E0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049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791434-ACB8-428F-8BBF-7F5A0AFB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907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Envoy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CC6A4-581C-48D1-ACCE-2361F44D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APISIX와 유사하게 L7 route/filter 기반 정책 차단을 확인했습니다. Lua demo rate-limit도 동작합니다.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6C6626-A135-48AB-BF39-CB8E6653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1F4019-132D-4611-AD5D-07080C8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6C3BE-3A6E-4C09-BBEE-D6F773CB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909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LiteLLM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90428-9185-43A5-8857-D4CE59C7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338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LLM Gateway endpoint는 정상 연결되지만, PoC의 WRONG_ROUTE/RATE_LIMIT 시나리오는 LiteLLM route에 맞게 통과합니다.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A9E28C-86D1-4E0B-978D-FE31A8B4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4953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2B6AA1-C227-4CF5-93DA-BDF0C2EEE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4953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6365EB-94C3-4F0E-BDB6-B264229D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909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공통점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C6AE6-3209-499B-B92E-29436A1C9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338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ROUTING, SERVER_HIDING, OBSERVABILITY는 세 Gateway 모두 Mock LLM까지 정상 도달했습니다.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89060A-B430-4473-81BB-AC9EACFD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9525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CFDBD5-5C1C-4632-94F6-CD8A14700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768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핵심 메시지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0A673F-FF08-4FC2-9F8D-D40A24FE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21970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APISIX/Envoy는 범용 Gateway 정책 검증이 선명하고, LiteLLM은 LLM provider 호출 기준선 검증에 적합합니다. 따라서 테스트 기준도 Gateway 성격별로 나누어 해석해야 합니다.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EE924D-8F35-49E2-AA57-A822F6BB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00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060B2-0CF1-45C4-B547-3DF8825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057900"/>
            <a:ext cx="18478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APISIX/Envoy = API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DAB6F7-B206-4C2E-9C42-590F23FC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000750"/>
            <a:ext cx="2190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FF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AA0AA0-CACB-4867-A89A-8472B630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6057900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LiteLLM = LLM provider gateway</a:t>
            </a:r>
          </a:p>
        </p:txBody>
      </p:sp>
    </p:spTree>
    <p:extLst>
      <p:ext uri="{BB962C8B-B14F-4D97-AF65-F5344CB8AC3E}">
        <p14:creationId xmlns:p14="http://schemas.microsoft.com/office/powerpoint/2010/main" val="128975780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DDA91-77EE-402B-ACCC-84DECEE1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6F209-A054-41B2-9E4A-F21C8683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Gateway Comparison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9CC0FC-70A0-47D4-A0FF-EFAEFD59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876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검증 케이스로 확장할 항목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931ADF-A9AA-4F9B-824E-9B340E5C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38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2D1AA4-5565-4E69-B7C0-4E4AD09C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23950"/>
            <a:ext cx="952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A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A7D"/>
                </a:solidFill>
                <a:latin typeface="Aptos"/>
                <a:ea typeface="Aptos"/>
                <a:cs typeface="Aptos"/>
              </a:rPr>
              <a:t>현재 PoC 테스트를 운영 전환 검증으로 올리려면 성공/실패 기준과 로그 증적을 함께 저장해야 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EDC5F9-81BD-43E1-92A9-07442D31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621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587B9-26C7-4D41-B294-A694D566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2877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검증 영역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023EC9-118B-4929-B911-B777991F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62100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3C75B-AB31-40C8-AA99-1134DF508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28775"/>
            <a:ext cx="289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운영 검증 기준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8CC08B-C37F-4990-994A-212A09DE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621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7903D-3453-4E3C-9CEA-025668F8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28775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필요 증적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58424-5401-4826-9AE0-EDDBBD9F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621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46846B-48AA-4D68-9D2D-04F41506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62877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F"/>
                </a:solidFill>
                <a:latin typeface="Aptos"/>
                <a:ea typeface="Aptos"/>
                <a:cs typeface="Aptos"/>
              </a:rPr>
              <a:t>우선순위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0451C-7D22-4A47-9AC7-DD6F6414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BDFE7-8A92-4F22-A116-A19DEAC5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개인정보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0FB0EE-7DBE-4ECE-9C0A-29B52E28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52650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E5BD9-B7A8-4829-A6B7-8B2BF8E2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19325"/>
            <a:ext cx="289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MASK/BLOCK/OFF 정책별 Gateway 도달 여부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7E051-555C-4C8A-8B5F-3345B097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52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E093DF-19FA-4C0B-8F1E-72B2A031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19325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privacy decision, safe text, LLM reached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91F7FA-CE32-4C08-A615-EAED8A89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7D6A0-4CC8-40FB-B04A-C8FEAC0E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1932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5791D0-B152-4194-B23B-565F00D0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F3D232-6328-4112-BBDF-42685E64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인증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34EE7-0FC9-47AC-B04B-C714C385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43200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ACE7CF-53EB-47B2-8492-7339D6C0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809875"/>
            <a:ext cx="289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키 누락/오류 시 Gateway에서 차단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61EF93-5FAF-4FF4-8051-1B286E68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43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0074BF-810A-4DB3-9509-964AAF0E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9875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401, gateway decision, upstream 미도달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A0902B-9452-4104-8376-374063BD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432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7ABFCA-BF3F-41F6-8163-E7D07860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987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BF4D3A-B1E0-4585-8D4A-C084F6E11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2BF1BA-53EB-4C4B-A857-58EAEE0F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라우팅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CCE781-15FC-4187-AFEE-E3D429A4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33750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77BF31-E49B-4B4B-98A3-DD711AD0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00425"/>
            <a:ext cx="289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허용 경로만 Mock/LLM provider로 전달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ECE697C-93D5-4702-905D-6491B08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A5834A-B64A-48A7-A2AB-18F6D44F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0425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route path, status, upstream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9255DF-1646-4E85-AA62-9038EF13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337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468316-8A1D-4203-97E2-3C93F795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0042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BDEB05-1287-4581-A1F1-93C1F8F1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243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CDC617-41CA-491D-A71C-D57CD610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9097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Rate limit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2D9F08-6484-4A03-ABF0-C42B9779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924300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61522D-61AC-40B7-9C88-C34F653FC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990975"/>
            <a:ext cx="289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quota 초과 시 429 또는 Gateway별 정책 결과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37D5AA-228C-41BB-8BE2-8D5536A1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24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74DF65-A26C-4855-B921-215CFA2A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90975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request count, 429, policy id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BEEB2E3-3C56-4C5E-AFCC-B5C72D50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2430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EF1661-8E69-4008-8396-4905F571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9097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중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94D593-7209-4E28-83F5-F04F8DF7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2719B5-165E-4C05-BA9D-9265326F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8152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관측성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E97D50-5047-4F46-B8F4-1C8552B07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514850"/>
            <a:ext cx="304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064FB6-F12C-453B-B05D-3258E44F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81525"/>
            <a:ext cx="28956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Gateway 로그로 caller/status/upstream/latency 확인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BBE647-BAAD-40B1-897F-CE41BCC6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514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D0B0E5E-60F1-495C-BF04-817D0A3C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81525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access log, trace id, latency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4DC6E9-C03A-4E9D-916E-AFF7F6CD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14850"/>
            <a:ext cx="238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5EFC34-9805-4B7B-8B01-C5070C8A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81525"/>
            <a:ext cx="2228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중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52C0DF-88CF-4625-A491-1DEFF2E2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9906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912754-5DEC-4DB2-8958-1B7F9391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48300"/>
            <a:ext cx="1619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권장 다음 단계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DB015C0-931E-4EE3-8559-61852C11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391150"/>
            <a:ext cx="7239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현재 수동 호출 결과를 CI 회귀 테스트로 옮기고, 결과 JSON을 저장해 발표/운영 리뷰에서 같은 기준으로 재현 가능하게 만드는 것이 좋습니다.</a:t>
            </a:r>
          </a:p>
        </p:txBody>
      </p:sp>
    </p:spTree>
    <p:extLst>
      <p:ext uri="{BB962C8B-B14F-4D97-AF65-F5344CB8AC3E}">
        <p14:creationId xmlns:p14="http://schemas.microsoft.com/office/powerpoint/2010/main" val="865229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2026-06-09T05:55:51.7090000Z</dcterms:created>
  <dcterms:modified xsi:type="dcterms:W3CDTF">2026-06-09T05:55:51.7090000Z</dcterms:modified>
</coreProperties>
</file>